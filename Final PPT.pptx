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10234613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EA92F6-2073-CD5D-4A81-57BC93CFC5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70370-FB78-07C7-47DE-47ED782C21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55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2103A-C858-4B41-A3CC-69C719D439AF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A2E8F-BDAA-4291-BB03-FFFB7FA785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8463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7165B-CBBB-AD7C-F56E-5AE1A1CE5C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550" y="6748463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90594-6984-416C-B3C1-1576EB54E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9911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43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35643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8465FE04-E33C-403B-9B65-07E67FB293A7}" type="datetimeFigureOut">
              <a:rPr lang="en-IN" smtClean="0"/>
              <a:t>27-07-2025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17900" y="887413"/>
            <a:ext cx="3198813" cy="2398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7628"/>
            <a:ext cx="4434999" cy="35643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6747628"/>
            <a:ext cx="4434999" cy="35643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43DFB6C9-93C2-43E0-82A3-7380513C98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4456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4D63-A768-4B6E-AAAD-7397BC9269E4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30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5029-F848-4EF0-8A23-33642846310A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6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36053-C131-4456-B12F-23F51DF0565C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FE73F-4DF5-4F58-9F37-3091127D4BBC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6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0FC3-0CCA-4A92-AE53-CAA9689B2EC6}" type="datetime1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3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4B72-D322-4664-B2C1-FE427ECFF268}" type="datetime1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38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2AEF-5CB5-4E01-8615-AEC19DD311AD}" type="datetime1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2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88068-BDB2-4A4A-8765-278391D3E25E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53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CFA4-DCFB-42B5-8D27-D03359CCA053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3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719F-5CF9-494D-A3E9-ECBE7E2D1175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A43F-A4CD-43CE-9E88-D6D789C0CFF1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85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AFD44-4620-4E12-A7B1-960270EC7E6F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3000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1949-2A0C-4954-9D50-08E18C0F1D4F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34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E7090-C788-46B8-9955-2A189BA0F855}" type="datetime1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93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5BCEC-F4FE-4E9F-AF2E-DDA507B1E1D8}" type="datetime1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59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48CE-3DD1-4C7A-8F4B-DD4AD361467B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16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6C23F-A5C6-4612-A392-84F46FA12BA0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634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228007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A9EB5-71BD-486E-A95D-71F8798F5CF0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1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2AC49A5-AA50-4A6B-B5E6-79833354AF2C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084" y="1036738"/>
            <a:ext cx="6686550" cy="928688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12"/>
              </a:spcAft>
            </a:pPr>
            <a:r>
              <a:rPr lang="en-IN" sz="2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IMPLEMENTATION OF CLOUD-BASED INFRASTRUCTURE IN BUSINESS OPERATIONS: A PROFESSIONAL STUDY BY AN INFORMATION TECHNOLOGY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725" y="3467428"/>
            <a:ext cx="6686550" cy="251202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endParaRPr lang="en-IN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Faisal Badsha Shaikh</a:t>
            </a:r>
          </a:p>
          <a:p>
            <a:pPr marL="0" indent="0" algn="ctr">
              <a:buNone/>
            </a:pPr>
            <a:r>
              <a:rPr lang="en-US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PRN: </a:t>
            </a:r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230502014149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Batch: MBA Online - July 2023–25</a:t>
            </a:r>
          </a:p>
          <a:p>
            <a:pPr marL="0" indent="0" algn="ctr">
              <a:buNone/>
            </a:pPr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MBA – Information Technology Management</a:t>
            </a:r>
          </a:p>
          <a:p>
            <a:pPr marL="0" indent="0" algn="ctr">
              <a:buNone/>
            </a:pPr>
            <a:r>
              <a:rPr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Company: KPM Engineering</a:t>
            </a:r>
          </a:p>
          <a:p>
            <a:pPr marL="0" indent="0" algn="ctr">
              <a:buNone/>
            </a:pPr>
            <a:r>
              <a:rPr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</a:t>
            </a:r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Vanda</a:t>
            </a:r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9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Sivaraj</a:t>
            </a:r>
            <a:endParaRPr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72A2E-6C76-53EA-A8C0-E4E81934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35422-8C76-7223-8C03-C991D39CE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103" y="2665294"/>
            <a:ext cx="3149798" cy="882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438" y="2442380"/>
            <a:ext cx="6449195" cy="269734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Cloud Computing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transforming business operations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integrating cloud in mid-sized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9BDF7-60D9-C236-6986-5E9C3953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440" y="2570765"/>
            <a:ext cx="6449194" cy="260673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adoption of cloud technologies in business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benefits and challenges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KPM Engineering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strategic improvements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F9865-06C7-72BC-529D-35F74685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9919" y="2453193"/>
            <a:ext cx="6315838" cy="295002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Data: Google Form (52 responses)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Data: Journals, internal docs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ools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Used: MS Excel, Google Forms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Type: Exploratory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030FA-B5A4-D112-41D7-AF7C0432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 – KPM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9919" y="2442380"/>
            <a:ext cx="6315837" cy="295002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Mid-sized engineering consultancy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design &amp; planning solutions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local to cloud infrastructure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49104-CE91-A10B-41BD-1B98EDF9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72E487-29B7-953A-4E56-6D0A39C8E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922" y="4462322"/>
            <a:ext cx="1645587" cy="93007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Insights – Cloud Service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821" y="2453193"/>
            <a:ext cx="6195323" cy="295002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1: Cloud Service Models Adoption (SaaS, IaaS, PaaS)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2: Deployment Model (Hybrid, Public, Private)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 most used; Hybrid most preferred deployment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13728-DB04-7A9D-1036-285730F5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Insights – 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9919" y="2457308"/>
            <a:ext cx="6315837" cy="295002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3: Cost Reduction, Business Continuity, Collaboration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65% saw cost reduction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continuity and collaboration improved noticeably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933B4-00C0-87B3-1094-30FCBEF5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Insights –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9919" y="2453193"/>
            <a:ext cx="6315838" cy="295002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4: Security, Skill Gap, Legacy Integration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concern: Data security (55%)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shortages &amp; integration issues prominent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8B7CC-81AD-8A48-FD9D-D5A557E5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Insights – Awareness vs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438" y="2453193"/>
            <a:ext cx="5982029" cy="295002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5: Awareness levels by Job Role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Professionals: 80% high awareness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Non-technical departments need upskilling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37CB3-357C-6BCC-47F0-1140C323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628" y="2433686"/>
            <a:ext cx="6091289" cy="295002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loud offers cost and collaboration benefits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Security &amp; training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Recommend: Hybrid strategy + Staff training programs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67CBC-E43E-395C-A73E-1B488A98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250" y="2233037"/>
            <a:ext cx="6065671" cy="2950021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improves IT flexibility &amp; continuity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shows practical success at KPM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hank you to guide, faculty &amp; participants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848BC-C2E4-EEE6-C3D0-CE5B50CE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136</TotalTime>
  <Words>319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Tw Cen MT</vt:lpstr>
      <vt:lpstr>Droplet</vt:lpstr>
      <vt:lpstr>IMPLEMENTATION OF CLOUD-BASED INFRASTRUCTURE IN BUSINESS OPERATIONS: A PROFESSIONAL STUDY BY AN INFORMATION TECHNOLOGY ENGINEER</vt:lpstr>
      <vt:lpstr>Introduction</vt:lpstr>
      <vt:lpstr>Objectives of the Study</vt:lpstr>
      <vt:lpstr>Research Methodology</vt:lpstr>
      <vt:lpstr>Company Profile – KPM Engineering</vt:lpstr>
      <vt:lpstr>Survey Insights – Cloud Service &amp; Deployment</vt:lpstr>
      <vt:lpstr>Survey Insights – Key Benefits</vt:lpstr>
      <vt:lpstr>Survey Insights – Challenges</vt:lpstr>
      <vt:lpstr>Survey Insights – Awareness vs Role</vt:lpstr>
      <vt:lpstr>Findings &amp; Recommendations</vt:lpstr>
      <vt:lpstr>Conclusion &amp; Acknowledgements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Faisal</cp:lastModifiedBy>
  <cp:revision>79</cp:revision>
  <cp:lastPrinted>2025-07-27T14:44:24Z</cp:lastPrinted>
  <dcterms:created xsi:type="dcterms:W3CDTF">2013-01-27T09:14:16Z</dcterms:created>
  <dcterms:modified xsi:type="dcterms:W3CDTF">2025-07-27T15:00:08Z</dcterms:modified>
  <cp:category/>
</cp:coreProperties>
</file>